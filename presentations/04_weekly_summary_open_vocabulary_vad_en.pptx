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ptos Display"/>
              </a:defRPr>
            </a:pPr>
            <a:r>
              <a:t>Weekly Progress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5563"/>
                </a:solidFill>
                <a:latin typeface="Aptos"/>
              </a:defRPr>
            </a:pPr>
            <a:r>
              <a:t>From VADCLIP to open-vocabulary video anomaly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273552"/>
            <a:ext cx="2011680" cy="4572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370332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Extended the anomaly-detection block from weak supervision to open-vocabulary reasoning.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Reviewed the gap between closed-set, open-set, and open-vocabulary VAD.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Started organizing how CLIP can support both detection and semantic categorization.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Narrative of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Continued from the previous block on Video Swin Transformer, RTFM, and VadCLIP.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Shifted attention from weakly supervised anomaly scoring toward semantic anomaly naming.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Studied open-set and open-vocabulary formulations as the next research step.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Connected the literature to a more realistic surveillance setting where new anomalies can appear.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Why This Step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WSVAD can localize suspicious segments, but it usually stays inside the anomaly classes seen during training.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Open-set VAD improves generalization to unseen anomalies, but still leaves the anomaly type unnamed.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Open-vocabulary VAD adds semantic categorization on top of detection.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That makes the problem closer to how a real monitoring system should behave.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46520" y="1143000"/>
            <a:ext cx="4846320" cy="35661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208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11827"/>
                </a:solidFill>
                <a:latin typeface="Aptos Display"/>
              </a:defRPr>
            </a:pPr>
            <a:r>
              <a:t>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212848"/>
            <a:ext cx="4160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4B5563"/>
                </a:solidFill>
                <a:latin typeface="Aptos"/>
              </a:defRPr>
            </a:pPr>
            <a:r>
              <a:t>The research target moved from asking only whether a video is abnormal to also asking what anomaly it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From Closed Set to Open Vocabulary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2514600" cy="1506302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520440" y="1463040"/>
            <a:ext cx="2514600" cy="1506302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0" y="1463039"/>
            <a:ext cx="2514600" cy="1506301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281160" y="1463039"/>
            <a:ext cx="2240280" cy="1417321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D4ED8"/>
                </a:solidFill>
                <a:latin typeface="Aptos Display"/>
              </a:defRPr>
            </a:pPr>
            <a:r>
              <a:t>WSVAD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6771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4B5563"/>
                </a:solidFill>
                <a:latin typeface="Aptos"/>
              </a:defRPr>
            </a:pPr>
            <a:r>
              <a:t>Detects known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181051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47857"/>
                </a:solidFill>
                <a:latin typeface="Aptos Display"/>
              </a:defRPr>
            </a:pPr>
            <a:r>
              <a:t>Open-Set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267712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4B5563"/>
                </a:solidFill>
                <a:latin typeface="Aptos"/>
              </a:defRPr>
            </a:pPr>
            <a:r>
              <a:t>Detects unseen anomalies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181051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45309"/>
                </a:solidFill>
                <a:latin typeface="Aptos Display"/>
              </a:defRPr>
            </a:pPr>
            <a:r>
              <a:t>OV-VAD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6771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4B5563"/>
                </a:solidFill>
                <a:latin typeface="Aptos"/>
              </a:defRPr>
            </a:pPr>
            <a:r>
              <a:t>Detects and names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18105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E123C"/>
                </a:solidFill>
                <a:latin typeface="Aptos Display"/>
              </a:defRPr>
            </a:pPr>
            <a:r>
              <a:t>CLIP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6608" y="22677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4B5563"/>
                </a:solidFill>
                <a:latin typeface="Aptos"/>
              </a:defRPr>
            </a:pPr>
            <a:r>
              <a:t>Semantic 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39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progression is not only about better anomaly scores, but about richer supervision and richer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VadCLIP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08110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 err="1"/>
              <a:t>VadCLIP</a:t>
            </a:r>
            <a:r>
              <a:rPr dirty="0"/>
              <a:t> adapts CLIP to weakly supervised video anomaly detection.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It keeps the binary detection task, but adds semantic alignment between video and text.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This makes it a bridge between MIL-based WSVAD and open-vocabulary anomaly understanding.</a:t>
            </a:r>
          </a:p>
        </p:txBody>
      </p:sp>
      <p:pic>
        <p:nvPicPr>
          <p:cNvPr id="4" name="Picture 3" descr="VADC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638" y="2363847"/>
            <a:ext cx="7108723" cy="4442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VadCLIP: Main Idea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5257800" cy="361188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2" y="1325880"/>
            <a:ext cx="5273038" cy="36118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D4ED8"/>
                </a:solidFill>
                <a:latin typeface="Aptos Display"/>
              </a:defRPr>
            </a:pPr>
            <a:r>
              <a:t>Detection Branch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5720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Uses a local-global temporal adapter to model video dynamics.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Produces anomaly confidence scores from frame-level visual features.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Keeps weak supervision through video-level labels and MIL-style reasoning.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47857"/>
                </a:solidFill>
                <a:latin typeface="Aptos Display"/>
              </a:defRPr>
            </a:pPr>
            <a:r>
              <a:t>Alignment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331720"/>
            <a:ext cx="45720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Uses CLIP text embeddings for anomaly classes.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Adds learnable prompts and visual prompts to refine the class representation.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Aligns selected video snippets with semantic labels through MIL-Align.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Open-Vocabulary VAD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OV-VAD aims to detect anomalies and assign semantic labels to both seen and unseen categories.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model is built on CLIP to reuse its image-text alignment capability.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detection branch produces frame-level anomaly confidence scores.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categorization branch matches video features with text embeddings.</a:t>
            </a:r>
          </a:p>
        </p:txBody>
      </p:sp>
      <p:pic>
        <p:nvPicPr>
          <p:cNvPr id="4" name="Picture 3" descr="OVVAD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170432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Overall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5394960" cy="361188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0" y="1325880"/>
            <a:ext cx="5394960" cy="36118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75985"/>
                </a:solidFill>
                <a:latin typeface="Aptos Display"/>
              </a:defRPr>
            </a:pPr>
            <a:r>
              <a:t>Detection Branch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Video frames go through CLIP's image encoder.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Temporal Adapter injects video dynamics.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Semantic Knowledge Injection enriches visual features.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A binary detector outputs frame-level anomaly scores.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47857"/>
                </a:solidFill>
                <a:latin typeface="Aptos Display"/>
              </a:defRPr>
            </a:pPr>
            <a:r>
              <a:t>Categorization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33172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Video features are aggregated into a compact representation.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Category names are encoded with CLIP's text encoder.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Cross-modal alignment predicts the anomaly category.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This is the semantic layer that closed-set WSVAD lacks.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Temporal Adapter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Temporal Adapter is designed to model frame-to-frame relationships with minimal extra parameters.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preserves CLIP's pretrained knowledge while adding temporal structure.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goal is to capture local temporal context without overfitting the seen anomaly classes.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06440" y="123444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72200" y="162763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11827"/>
                </a:solidFill>
                <a:latin typeface="Aptos Display"/>
              </a:defRPr>
            </a:pPr>
            <a:r>
              <a:t>Main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2286000"/>
            <a:ext cx="4526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4B5563"/>
                </a:solidFill>
                <a:latin typeface="Aptos"/>
              </a:defRPr>
            </a:pPr>
            <a:r>
              <a:t>Bridge image features into a video-aware representation with a light temporal module rather than a heavy video transformer.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Semantic Knowledge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SKI injects anomaly-related semantic knowledge from text into the visual stream.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This helps the model reason about what kind of event a frame is related to.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moves the method beyond pure binary detection.</a:t>
            </a:r>
          </a:p>
        </p:txBody>
      </p:sp>
      <p:pic>
        <p:nvPicPr>
          <p:cNvPr id="4" name="Picture 3" descr="OVVAD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188720"/>
            <a:ext cx="512064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Novel Anomaly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NAS generates synthetic anomalies to help the model handle novel classes.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LLM-guided descriptions are turned into visual content and inserted into normal videos.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This gives the model a way to see categories that were not present in the original training set.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Results and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515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reported results show that the proposed method is competitive with closed-set baselines.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gain is most relevant on novel anomaly categories, which is the main point of the open-vocabulary setting.</a:t>
            </a:r>
          </a:p>
        </p:txBody>
      </p:sp>
      <p:pic>
        <p:nvPicPr>
          <p:cNvPr id="4" name="Picture 3" descr="OVVAD_TABL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10881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Evolution of Ideas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74519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017520" y="1874519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0" y="1874519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955279" y="1874519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24160" y="1874519"/>
            <a:ext cx="1325880" cy="11430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219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D4ED8"/>
                </a:solidFill>
                <a:latin typeface="Aptos Display"/>
              </a:defRPr>
            </a:pPr>
            <a:r>
              <a:t>WSVAD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22199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47857"/>
                </a:solidFill>
                <a:latin typeface="Aptos Display"/>
              </a:defRPr>
            </a:pPr>
            <a:r>
              <a:t>VadCLIP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22199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5309"/>
                </a:solidFill>
                <a:latin typeface="Aptos Display"/>
              </a:defRPr>
            </a:pPr>
            <a:r>
              <a:t>Open-Set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22199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75985"/>
                </a:solidFill>
                <a:latin typeface="Aptos Display"/>
              </a:defRPr>
            </a:pPr>
            <a:r>
              <a:t>OV-VAD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22219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E123C"/>
                </a:solidFill>
                <a:latin typeface="Aptos Display"/>
              </a:defRPr>
            </a:pPr>
            <a:r>
              <a:t>CLIP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39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From weakly supervised anomaly localization.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CLIP-based visual-language anomaly modeling.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open-set generalization.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open-vocabulary detection and semantic categorization.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What Is Already in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coherent path from action recognition to anomaly detection.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weakly supervised baseline centered on MIL-based reasoning.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CLIP-based method that already connects visual and textual representations.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clear next step toward open-vocabulary anomaly understanding.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Suggested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Move to state space models and Mamba as the next temporal modeling block.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Compare Mamba with the CLIP-based VAD line to see where it can improve sequence efficiency.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Identify how a state-space backbone could fit into weakly supervised or open-vocabulary VAD.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Prepare the next weekly summary around this transition instead of staying only on OV-VAD.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776</Words>
  <Application>Microsoft Office PowerPoint</Application>
  <PresentationFormat>Panorámica</PresentationFormat>
  <Paragraphs>93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Maximo Pacheco</cp:lastModifiedBy>
  <cp:revision>4</cp:revision>
  <dcterms:created xsi:type="dcterms:W3CDTF">2013-01-27T09:14:16Z</dcterms:created>
  <dcterms:modified xsi:type="dcterms:W3CDTF">2026-07-13T01:15:23Z</dcterms:modified>
  <cp:category/>
</cp:coreProperties>
</file>