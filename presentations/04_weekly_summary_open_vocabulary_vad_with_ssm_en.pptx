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From VADCLIP to open-vocabulary video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Extended the anomaly-detection block from weak supervision to open-vocabulary reasoning.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Reviewed the gap between closed-set, open-set, and open-vocabulary VAD.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Started organizing how CLIP can support both detection and semantic categorization.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Continued from the previous block on Video Swin Transformer, RTFM, and VadCLIP.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Shifted attention from weakly supervised anomaly scoring toward semantic anomaly naming.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Studied open-set and open-vocabulary formulations as the next research step.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Connected the literature to a more realistic surveillance setting where new anomalies can appear.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WSVAD can localize suspicious segments, but it usually stays inside the anomaly classes seen during training.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Open-set VAD improves generalization to unseen anomalies, but still leaves the anomaly type unnamed.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Open-vocabulary VAD adds semantic categorization on top of detection.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That makes the problem closer to how a real monitoring system should behave.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t>The research target moved from asking only whether a video is abnormal to also asking what anomaly it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From Closed Set to Open Vocabulary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20440" y="14630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81160" y="1463040"/>
            <a:ext cx="2240280" cy="123444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D4ED8"/>
                </a:solidFill>
                <a:latin typeface="Aptos Display"/>
              </a:defRPr>
            </a:pPr>
            <a:r>
              <a:t>WSVAD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6771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Detects known anomalies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1810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47857"/>
                </a:solidFill>
                <a:latin typeface="Aptos Display"/>
              </a:defRPr>
            </a:pPr>
            <a:r>
              <a:t>Open-Set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6771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Detects unseen anomalies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810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5309"/>
                </a:solidFill>
                <a:latin typeface="Aptos Display"/>
              </a:defRPr>
            </a:pPr>
            <a:r>
              <a:t>OV-VAD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677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Detects and names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123C"/>
                </a:solidFill>
                <a:latin typeface="Aptos Display"/>
              </a:defRPr>
            </a:pPr>
            <a:r>
              <a:t>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608" y="22677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Semantic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progression is not only about better anomaly scores, but about richer supervision and richer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VadCLIP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VadCLIP adapts CLIP to weakly supervised video anomaly detection.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It keeps the binary detection task, but adds semantic alignment between video and text.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This makes it a bridge between MIL-based WSVAD and open-vocabulary anomaly understanding.</a:t>
            </a:r>
          </a:p>
        </p:txBody>
      </p:sp>
      <p:pic>
        <p:nvPicPr>
          <p:cNvPr id="4" name="Picture 3" descr="VAD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70432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VadCLIP: Main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394960" cy="36118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0" y="1325880"/>
            <a:ext cx="5394960" cy="36118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  <a:latin typeface="Aptos Display"/>
              </a:defRPr>
            </a:pPr>
            <a:r>
              <a:t>Detection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Uses a local-global temporal adapter to model video dynamics.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Produces anomaly confidence scores from frame-level visual features.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Keeps weak supervision through video-level labels and MIL-style reasoning.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ptos Display"/>
              </a:defRPr>
            </a:pPr>
            <a:r>
              <a:t>Alignment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3172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Uses CLIP text embeddings for anomaly classes.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Adds learnable prompts and visual prompts to refine the class representation.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Aligns selected video snippets with semantic labels through MIL-Align.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Open-Vocabulary VAD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OV-VAD aims to detect anomalies and assign semantic labels to both seen and unseen categories.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model is built on CLIP to reuse its image-text alignment capability.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detection branch produces frame-level anomaly confidence scores.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categorization branch matches video features with text embeddings.</a:t>
            </a:r>
          </a:p>
        </p:txBody>
      </p:sp>
      <p:pic>
        <p:nvPicPr>
          <p:cNvPr id="4" name="Picture 3" descr="OVVAD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70432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Overall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394960" cy="361188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0" y="1325880"/>
            <a:ext cx="5394960" cy="36118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75985"/>
                </a:solidFill>
                <a:latin typeface="Aptos Display"/>
              </a:defRPr>
            </a:pPr>
            <a:r>
              <a:t>Detection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Video frames go through CLIP's image encoder.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Temporal Adapter injects video dynamics.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Semantic Knowledge Injection enriches visual features.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 binary detector outputs frame-level anomaly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ptos Display"/>
              </a:defRPr>
            </a:pPr>
            <a:r>
              <a:t>Categorization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317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Video features are aggregated into a compact representation.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Category names are encoded with CLIP's text encoder.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Cross-modal alignment predicts the anomaly category.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This is the semantic layer that closed-set WSVAD lacks.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Temporal Adapter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Temporal Adapter is designed to model frame-to-frame relationships with minimal extra parameters.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It preserves CLIP's pretrained knowledge while adding temporal structure.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goal is to capture local temporal context without overfitting the seen anomaly classes.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6440" y="12344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72200" y="162763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ptos Display"/>
              </a:defRPr>
            </a:pPr>
            <a:r>
              <a:t>Main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286000"/>
            <a:ext cx="4526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t>Bridge image features into a video-aware representation with a light temporal module rather than a heavy video transformer.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Semantic Knowledge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SKI injects anomaly-related semantic knowledge from text into the visual stream.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This helps the model reason about what kind of event a frame is related to.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It moves the method beyond pure binary detection.</a:t>
            </a:r>
          </a:p>
        </p:txBody>
      </p:sp>
      <p:pic>
        <p:nvPicPr>
          <p:cNvPr id="4" name="Picture 3" descr="OVVAD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188720"/>
            <a:ext cx="51206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Novel Anomaly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NAS generates synthetic anomalies to help the model handle novel classes.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LLM-guided descriptions are turned into visual content and inserted into normal videos.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This gives the model a way to see categories that were not present in the original training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Results and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reported results show that the proposed method is competitive with closed-set baselines.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gain is most relevant on novel anomaly categories, which is the main point of the open-vocabulary setting.</a:t>
            </a:r>
          </a:p>
        </p:txBody>
      </p:sp>
      <p:pic>
        <p:nvPicPr>
          <p:cNvPr id="4" name="Picture 3" descr="OVVAD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10881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Evolution of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74519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17520" y="1874519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874519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79" y="1874519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24160" y="1874519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D4ED8"/>
                </a:solidFill>
                <a:latin typeface="Aptos Display"/>
              </a:defRPr>
            </a:pPr>
            <a:r>
              <a:t>WSVAD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219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47857"/>
                </a:solidFill>
                <a:latin typeface="Aptos Display"/>
              </a:defRPr>
            </a:pPr>
            <a:r>
              <a:t>VadCLIP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219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5309"/>
                </a:solidFill>
                <a:latin typeface="Aptos Display"/>
              </a:defRPr>
            </a:pPr>
            <a:r>
              <a:t>Open-Set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219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75985"/>
                </a:solidFill>
                <a:latin typeface="Aptos Display"/>
              </a:defRPr>
            </a:pPr>
            <a:r>
              <a:t>OV-VAD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221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E123C"/>
                </a:solidFill>
                <a:latin typeface="Aptos Display"/>
              </a:defRPr>
            </a:pPr>
            <a:r>
              <a:t>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From weakly supervised anomaly localization.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CLIP-based visual-language anomaly modeling.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open-set generalization.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open-vocabulary detection and semantic categorization.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coherent path from action recognition to anomaly detection.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weakly supervised baseline centered on MIL-based reasoning.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CLIP-based method that already connects visual and textual representations.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clear next step toward open-vocabulary anomaly understanding.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Move to state space models and Mamba as the next temporal modeling block.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Compare Mamba with the CLIP-based VAD line to see where it can improve sequence efficiency.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Identify how a state-space backbone could fit into weakly supervised or open-vocabulary VAD.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Prepare the next weekly summary around this transition instead of staying only on OV-VAD.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11827"/>
                </a:solidFill>
                <a:latin typeface="Aptos Display"/>
              </a:defRPr>
            </a:pPr>
            <a:r>
              <a:t>State Space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4688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B5563"/>
                </a:solidFill>
                <a:latin typeface="Aptos"/>
              </a:defRPr>
            </a:pPr>
            <a:r>
              <a:t>The next block shifts from anomaly semantics to sequence dynamics.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290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The question now is how to model long sequences efficiently.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State space models treat state as compressed memory of the past.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Mamba makes the state update input-dependent instead of fixed.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 State?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A state is the information needed to describe a system at a given moment.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In sequence models, the state acts as compact memory for what has happened so far.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transition updates that memory as new inputs arrive.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This is the conceptual base before S4 and Mamba.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97880" y="1371600"/>
            <a:ext cx="5394960" cy="33832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State =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68880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t>The point is not to store everything. The point is to keep only what is useful for predicting the next step.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S4 vs. Mamba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03520" cy="36118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3640" y="1325880"/>
            <a:ext cx="5303520" cy="36118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  <a:latin typeface="Aptos Display"/>
              </a:defRPr>
            </a:pPr>
            <a:r>
              <a:t>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526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Uses fixed state dynamics.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Efficient for long sequences.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But every token updates memory in the same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ptos Display"/>
              </a:defRPr>
            </a:pPr>
            <a:r>
              <a:t>Mamba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526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Makes the update input-dependent.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Important tokens can produce larger state changes.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Selective scan keeps the computation efficient.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Mamba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Mamba asks what information deserves to remain in memory.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It introduces selective, time-varying dynamics instead of fixed transitions.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The result is an adaptive hidden state that can emphasize relevant tokens and suppress noise.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4747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34747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34747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85615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45309"/>
                </a:solidFill>
                <a:latin typeface="Aptos Display"/>
              </a:defRPr>
            </a:pPr>
            <a:r>
              <a:t>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Keep useful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785615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5985"/>
                </a:solidFill>
                <a:latin typeface="Aptos Display"/>
              </a:defRPr>
            </a:pPr>
            <a:r>
              <a:t>Selective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4160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Efficient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785615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E123C"/>
                </a:solidFill>
                <a:latin typeface="Aptos Display"/>
              </a:defRPr>
            </a:pPr>
            <a:r>
              <a:t>Adaptive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4160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Input-dependent memory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Why This Matters for VAD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Surveillance videos are long, noisy, and temporally uneven.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A state-space backbone could be a cleaner way to model long-range context than a heavy attention stack.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The next experiment is to ask where Mamba should sit in the VAD pipeline: before MIL, inside the temporal encoder, or after CLIP features.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That is the natural next bridge after OV-VAD.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