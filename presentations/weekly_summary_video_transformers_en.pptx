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11827"/>
                </a:solidFill>
                <a:latin typeface="Aptos Display"/>
              </a:defRPr>
            </a:pPr>
            <a:r>
              <a:t>Weekly Progress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146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  <a:latin typeface="Aptos"/>
              </a:defRPr>
            </a:pPr>
            <a:r>
              <a:t>From CNN and ViT foundations to TimeSformer and Swin Transformer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273552"/>
            <a:ext cx="2011680" cy="457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3703320"/>
            <a:ext cx="10149840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Extended the study beyond </a:t>
            </a:r>
            <a:r>
              <a:rPr dirty="0" err="1"/>
              <a:t>SlowFast</a:t>
            </a:r>
            <a:r>
              <a:rPr dirty="0"/>
              <a:t> into Transformer-based vision models.</a:t>
            </a:r>
            <a:endParaRPr lang="es-MX"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Reviewed how images are converted into patch sequences for </a:t>
            </a:r>
            <a:r>
              <a:rPr dirty="0" err="1"/>
              <a:t>ViT</a:t>
            </a:r>
            <a:r>
              <a:rPr dirty="0"/>
              <a:t>.</a:t>
            </a:r>
            <a:endParaRPr lang="es-MX"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Connected </a:t>
            </a:r>
            <a:r>
              <a:rPr dirty="0" err="1"/>
              <a:t>ViT</a:t>
            </a:r>
            <a:r>
              <a:rPr dirty="0"/>
              <a:t> ideas to video through </a:t>
            </a:r>
            <a:r>
              <a:rPr dirty="0" err="1"/>
              <a:t>TimeSformer</a:t>
            </a:r>
            <a:r>
              <a:rPr dirty="0"/>
              <a:t> and hierarchical </a:t>
            </a:r>
            <a:r>
              <a:rPr dirty="0" err="1"/>
              <a:t>Swin</a:t>
            </a:r>
            <a:r>
              <a:rPr dirty="0"/>
              <a:t> Transformer designs.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Narrative of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424160" cy="308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b="1" dirty="0"/>
              <a:t>Continued</a:t>
            </a:r>
            <a:r>
              <a:rPr dirty="0"/>
              <a:t> from action-recognition foundations: Two-Stream, C3D, and </a:t>
            </a:r>
            <a:r>
              <a:rPr dirty="0" err="1"/>
              <a:t>SlowFast</a:t>
            </a:r>
            <a:r>
              <a:rPr dirty="0"/>
              <a:t>.</a:t>
            </a:r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endParaRPr lang="es-MX" dirty="0"/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b="1" dirty="0"/>
              <a:t>Moved</a:t>
            </a:r>
            <a:r>
              <a:rPr dirty="0"/>
              <a:t> into Vision Transformers as a different way to represent images.</a:t>
            </a:r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endParaRPr lang="es-MX" dirty="0"/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dirty="0"/>
              <a:t>Studied how Transformer ideas </a:t>
            </a:r>
            <a:r>
              <a:rPr b="1" dirty="0"/>
              <a:t>scale from images to video </a:t>
            </a:r>
            <a:r>
              <a:rPr dirty="0"/>
              <a:t>and dense visual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Why This Step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394960" cy="308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b="1" dirty="0" err="1"/>
              <a:t>SlowFast</a:t>
            </a:r>
            <a:r>
              <a:rPr dirty="0"/>
              <a:t> models motion with specialized temporal pathways.</a:t>
            </a:r>
            <a:endParaRPr lang="es-MX"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Transformers model relationships through </a:t>
            </a:r>
            <a:r>
              <a:rPr b="1" dirty="0"/>
              <a:t>attention</a:t>
            </a:r>
            <a:r>
              <a:rPr dirty="0"/>
              <a:t> instead of only local convolutions.</a:t>
            </a:r>
            <a:endParaRPr lang="es-MX"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This opens a path toward long-range spatial and temporal reasoning</a:t>
            </a:r>
            <a:r>
              <a:rPr lang="es-MX"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6520" y="1143000"/>
            <a:ext cx="4846320" cy="356616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20840" y="15361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Aptos Display"/>
              </a:defRPr>
            </a:pPr>
            <a:r>
              <a:t>Key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212848"/>
            <a:ext cx="41605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B5563"/>
                </a:solidFill>
                <a:latin typeface="Aptos"/>
              </a:defRPr>
            </a:pPr>
            <a:r>
              <a:rPr dirty="0"/>
              <a:t>The focus </a:t>
            </a:r>
            <a:r>
              <a:rPr b="1" dirty="0"/>
              <a:t>moved from hand-designed video pathways toward attention-based </a:t>
            </a:r>
            <a:r>
              <a:rPr dirty="0"/>
              <a:t>representations that can connect distant visual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CNN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46634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Reviewed how convolutional layers </a:t>
            </a:r>
            <a:r>
              <a:rPr b="1" dirty="0"/>
              <a:t>detect local visual </a:t>
            </a:r>
            <a:r>
              <a:rPr dirty="0"/>
              <a:t>patterns.</a:t>
            </a:r>
            <a:endParaRPr lang="es-MX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Connected filters, padding, pooling, flattening, and RGB channels.</a:t>
            </a:r>
            <a:endParaRPr lang="es-MX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Clarified why CNNs are </a:t>
            </a:r>
            <a:r>
              <a:rPr b="1" dirty="0"/>
              <a:t>strong for images </a:t>
            </a:r>
            <a:r>
              <a:rPr dirty="0"/>
              <a:t>but need extensions for temporal video structure.</a:t>
            </a:r>
            <a:endParaRPr lang="es-MX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This provides the baseline for understanding why </a:t>
            </a:r>
            <a:r>
              <a:rPr b="1" dirty="0" err="1"/>
              <a:t>ViT</a:t>
            </a:r>
            <a:r>
              <a:rPr b="1" dirty="0"/>
              <a:t> changes the representation</a:t>
            </a:r>
            <a:r>
              <a:rPr dirty="0"/>
              <a:t> style.</a:t>
            </a:r>
          </a:p>
        </p:txBody>
      </p:sp>
      <p:pic>
        <p:nvPicPr>
          <p:cNvPr id="4" name="Picture 3" descr="CONV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51570"/>
            <a:ext cx="5212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Vision Transformer (ViT)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47091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Converts an image into a sequence of fixed-size patches.</a:t>
            </a:r>
            <a:endParaRPr lang="es-MX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Adds positional information and a class token.</a:t>
            </a:r>
            <a:endParaRPr lang="es-MX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Uses a standard Transformer encoder for image classification.</a:t>
            </a:r>
            <a:endParaRPr lang="es-MX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Shows that attention can replace convolution when enough data and compute are available.</a:t>
            </a:r>
          </a:p>
        </p:txBody>
      </p:sp>
      <p:pic>
        <p:nvPicPr>
          <p:cNvPr id="4" name="Picture 3" descr="V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51660"/>
            <a:ext cx="530352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From Images to Video Transformers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80560" y="141732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83879" y="141732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D4ED8"/>
                </a:solidFill>
                <a:latin typeface="Aptos Display"/>
              </a:defRPr>
            </a:pPr>
            <a:r>
              <a:t>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t>Local visual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47857"/>
                </a:solidFill>
                <a:latin typeface="Aptos Display"/>
              </a:defRPr>
            </a:pPr>
            <a:r>
              <a:t>ViT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487168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t>Image patches as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7830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B45309"/>
                </a:solidFill>
                <a:latin typeface="Aptos Display"/>
              </a:defRPr>
            </a:pPr>
            <a: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487168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t>Patches across space and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The same token-based view can be extended from image patches to frame-by-frame video patches.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348922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 err="1"/>
              <a:t>TimeSformer</a:t>
            </a:r>
            <a:r>
              <a:rPr lang="es-MX" dirty="0"/>
              <a:t> (2021)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4241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dirty="0"/>
              <a:t>Adapts the </a:t>
            </a:r>
            <a:r>
              <a:rPr dirty="0" err="1"/>
              <a:t>ViT</a:t>
            </a:r>
            <a:r>
              <a:rPr dirty="0"/>
              <a:t> idea directly to video clips.</a:t>
            </a:r>
            <a:endParaRPr lang="es-MX"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dirty="0"/>
              <a:t>Represents video as a sequence of patches across frames.</a:t>
            </a:r>
            <a:endParaRPr lang="es-MX"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dirty="0"/>
              <a:t>Uses space-time attention to learn visual and temporal relationships.</a:t>
            </a:r>
            <a:endParaRPr lang="es-MX"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dirty="0"/>
              <a:t>A key strategy is </a:t>
            </a:r>
            <a:r>
              <a:rPr b="1" dirty="0"/>
              <a:t>divided attention</a:t>
            </a:r>
            <a:r>
              <a:rPr dirty="0"/>
              <a:t>: temporal attention followed by spatial attention.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TimeSformer: Main Takeaway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4937760" cy="329184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0" y="1417320"/>
            <a:ext cx="4937760" cy="329184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75985"/>
                </a:solidFill>
                <a:latin typeface="Aptos Display"/>
              </a:defRPr>
            </a:pPr>
            <a:r>
              <a:t>Temporal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87168"/>
            <a:ext cx="4343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Looks across frames.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Captures how a patch changes over time.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Useful for motion and action dynamics.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BE123C"/>
                </a:solidFill>
                <a:latin typeface="Aptos Display"/>
              </a:defRPr>
            </a:pPr>
            <a:r>
              <a:t>Spatial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87168"/>
            <a:ext cx="4343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Looks within each frame.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Captures relations between image regions.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Useful for objects, scene context, and pose.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Swin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799" y="1097280"/>
            <a:ext cx="1010412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Addresses limitations of standard </a:t>
            </a:r>
            <a:r>
              <a:rPr dirty="0" err="1"/>
              <a:t>ViT</a:t>
            </a:r>
            <a:r>
              <a:rPr dirty="0"/>
              <a:t> for dense visual understanding.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Builds </a:t>
            </a:r>
            <a:r>
              <a:rPr b="1" dirty="0"/>
              <a:t>hierarchical</a:t>
            </a:r>
            <a:r>
              <a:rPr dirty="0"/>
              <a:t> representations through multiple stages.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Uses local window attention to reduce computational cost.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Uses shifted windows so neighboring windows can exchange information.</a:t>
            </a:r>
          </a:p>
        </p:txBody>
      </p:sp>
      <p:pic>
        <p:nvPicPr>
          <p:cNvPr id="4" name="Picture 3" descr="SwinArqu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3044952"/>
            <a:ext cx="10104121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Evolution of Ideas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2024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971800" y="192024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40680" y="192024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909560" y="192024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378440" y="192024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D4ED8"/>
                </a:solidFill>
                <a:latin typeface="Aptos Display"/>
              </a:defRPr>
            </a:pPr>
            <a:r>
              <a:t>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26771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47857"/>
                </a:solidFill>
                <a:latin typeface="Aptos Display"/>
              </a:defRPr>
            </a:pPr>
            <a:r>
              <a:t>ViT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96128" y="22677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B45309"/>
                </a:solidFill>
                <a:latin typeface="Aptos Display"/>
              </a:defRPr>
            </a:pPr>
            <a:r>
              <a:t>SlowFast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22677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75985"/>
                </a:solidFill>
                <a:latin typeface="Aptos Display"/>
              </a:defRPr>
            </a:pPr>
            <a:r>
              <a:t>TimeSformer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97312" y="226771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E123C"/>
                </a:solidFill>
                <a:latin typeface="Aptos Display"/>
              </a:defRPr>
            </a:pPr>
            <a:r>
              <a:t>Swin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From local convolutional features.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patch-token image representations.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video models that combine spatial and temporal attention.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hierarchical attention models that are more efficient and scalable.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What Is Already in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foundation in CNN operations and visual feature extraction.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clear explanation of ViT as image patches plus Transformer encoder.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bridge from ViT to video through TimeSformer.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hierarchical Transformer direction through Swin and shifted windows.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stronger conceptual base for selecting modern video-recognition architectures.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Suggested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200">
                <a:latin typeface="Aptos"/>
              </a:defRPr>
            </a:pPr>
            <a:r>
              <a:rPr lang="en-US" dirty="0"/>
              <a:t>Continue with </a:t>
            </a:r>
            <a:r>
              <a:rPr lang="en-US" b="1" dirty="0"/>
              <a:t>Video </a:t>
            </a:r>
            <a:r>
              <a:rPr lang="en-US" b="1" dirty="0" err="1"/>
              <a:t>Swin</a:t>
            </a:r>
            <a:r>
              <a:rPr lang="en-US" b="1" dirty="0"/>
              <a:t> Transformer </a:t>
            </a:r>
            <a:r>
              <a:rPr lang="en-US" dirty="0"/>
              <a:t>as the next architecture in Phase 0.s</a:t>
            </a:r>
          </a:p>
          <a:p>
            <a:pPr algn="just">
              <a:defRPr sz="2200">
                <a:latin typeface="Aptos"/>
              </a:defRPr>
            </a:pPr>
            <a:endParaRPr lang="es-MX" dirty="0"/>
          </a:p>
          <a:p>
            <a:pPr algn="just">
              <a:defRPr sz="2200">
                <a:latin typeface="Aptos"/>
              </a:defRPr>
            </a:pPr>
            <a:r>
              <a:rPr dirty="0"/>
              <a:t>After this, the foundations roadmap moves </a:t>
            </a:r>
            <a:r>
              <a:rPr b="1" dirty="0"/>
              <a:t>toward anomaly detection </a:t>
            </a:r>
            <a:r>
              <a:rPr dirty="0"/>
              <a:t>with </a:t>
            </a:r>
            <a:r>
              <a:rPr dirty="0" err="1"/>
              <a:t>Sultani</a:t>
            </a:r>
            <a:r>
              <a:rPr dirty="0"/>
              <a:t> et al. and MIL.</a:t>
            </a:r>
            <a:endParaRPr lang="es-MX" dirty="0"/>
          </a:p>
          <a:p>
            <a:pPr algn="just">
              <a:defRPr sz="2200">
                <a:latin typeface="Aptos"/>
              </a:defRPr>
            </a:pPr>
            <a:endParaRPr lang="es-MX" b="1" dirty="0"/>
          </a:p>
          <a:p>
            <a:pPr algn="just">
              <a:defRPr sz="2200">
                <a:latin typeface="Aptos"/>
              </a:defRPr>
            </a:pPr>
            <a:r>
              <a:rPr lang="en-US" b="1" dirty="0"/>
              <a:t>State-of-the-Art &amp; Efficiency (The 2026 Frontier)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546</Words>
  <Application>Microsoft Office PowerPoint</Application>
  <PresentationFormat>Panorámica</PresentationFormat>
  <Paragraphs>89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Maximo Pacheco</cp:lastModifiedBy>
  <cp:revision>12</cp:revision>
  <dcterms:created xsi:type="dcterms:W3CDTF">2013-01-27T09:14:16Z</dcterms:created>
  <dcterms:modified xsi:type="dcterms:W3CDTF">2026-05-31T11:04:45Z</dcterms:modified>
  <cp:category/>
</cp:coreProperties>
</file>