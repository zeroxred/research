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Action recognition and video anomaly detection for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13232" y="3990786"/>
            <a:ext cx="1014984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Reviewed core video</a:t>
            </a:r>
            <a:r>
              <a:rPr lang="es-MX" dirty="0"/>
              <a:t> </a:t>
            </a:r>
            <a:r>
              <a:rPr lang="en-US" dirty="0"/>
              <a:t>action</a:t>
            </a:r>
            <a:r>
              <a:rPr dirty="0"/>
              <a:t>-recognition models: Two-Stream, C3D, and </a:t>
            </a:r>
            <a:r>
              <a:rPr dirty="0" err="1"/>
              <a:t>SlowFast</a:t>
            </a:r>
            <a:r>
              <a:rPr dirty="0"/>
              <a:t>.</a:t>
            </a:r>
            <a:endParaRPr lang="es-MX" dirty="0"/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Mapped the first set of relevant anomaly-detection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7729"/>
            <a:ext cx="1042416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Started from </a:t>
            </a:r>
            <a:r>
              <a:rPr b="1" dirty="0"/>
              <a:t>CNN foundations </a:t>
            </a:r>
            <a:r>
              <a:rPr dirty="0"/>
              <a:t>and moved toward </a:t>
            </a:r>
            <a:r>
              <a:rPr b="1" dirty="0"/>
              <a:t>video understanding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Studied how models </a:t>
            </a:r>
            <a:r>
              <a:rPr b="1" dirty="0"/>
              <a:t>represent motion and temporal </a:t>
            </a:r>
            <a:r>
              <a:rPr dirty="0"/>
              <a:t>structure.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endParaRPr lang="es-MX" dirty="0"/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dirty="0"/>
              <a:t>Compared </a:t>
            </a:r>
            <a:r>
              <a:rPr b="1" dirty="0"/>
              <a:t>historical approaches</a:t>
            </a:r>
            <a:r>
              <a:rPr dirty="0"/>
              <a:t>: optical flow, 3D convolutions, and multi-rate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Core Problem: Video Is Not Just an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62456"/>
            <a:ext cx="5394960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Images mainly provide appearance: objects, people, scene context, and pose.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Videos add motion, temporal order, and causality.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A reversed sequence may represent a different action.</a:t>
            </a:r>
            <a:endParaRPr lang="es-MX"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dirty="0"/>
              <a:t>A useful model must capture both spatial and temporal information.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05DE74D-901F-1DE4-D2EC-209884F2EECC}"/>
              </a:ext>
            </a:extLst>
          </p:cNvPr>
          <p:cNvGrpSpPr/>
          <p:nvPr/>
        </p:nvGrpSpPr>
        <p:grpSpPr>
          <a:xfrm>
            <a:off x="6446520" y="1709928"/>
            <a:ext cx="4846320" cy="3566160"/>
            <a:chOff x="6446520" y="1143000"/>
            <a:chExt cx="4846320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6446520" y="1143000"/>
              <a:ext cx="4846320" cy="3566160"/>
            </a:xfrm>
            <a:prstGeom prst="roundRect">
              <a:avLst>
                <a:gd name="adj" fmla="val 8000"/>
              </a:avLst>
            </a:prstGeom>
            <a:solidFill>
              <a:srgbClr val="E5E7EB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20840" y="1536192"/>
              <a:ext cx="41148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700" b="1">
                  <a:solidFill>
                    <a:srgbClr val="111827"/>
                  </a:solidFill>
                  <a:latin typeface="Aptos Display"/>
                </a:defRPr>
              </a:pPr>
              <a:r>
                <a:t>Key Idea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20840" y="2212848"/>
              <a:ext cx="4160520" cy="1371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300" b="0">
                  <a:solidFill>
                    <a:srgbClr val="4B5563"/>
                  </a:solidFill>
                  <a:latin typeface="Aptos"/>
                </a:defRPr>
              </a:pPr>
              <a:r>
                <a:rPr dirty="0"/>
                <a:t>In video recognition, what appears in the frame and how it changes over time are both essential.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Two-Stream Networks (2014)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95364"/>
            <a:ext cx="4572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Spatial stream: RGB frames for visual appearance.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Temporal stream: optical flow for explicit motion.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Predictions from both streams are fused at the end.</a:t>
            </a:r>
            <a:endParaRPr lang="es-MX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paper showed that RGB alone is not enough for strong action recognition.</a:t>
            </a:r>
          </a:p>
        </p:txBody>
      </p:sp>
      <p:pic>
        <p:nvPicPr>
          <p:cNvPr id="4" name="Picture 3" descr="Two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737360"/>
            <a:ext cx="57607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Contribution and Limits of Two-Stream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Contribution: clearly separates spatial appearance and temporal motion.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Contribution: made optical flow a central input for deep video models.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Limitation: optical-flow computation is expensive.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Limitation: the pipeline is not fully end-to-end.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Impact: strongly influenced later architectures such as C3D, SlowFast, and video transformers.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C3D: 3D Convolutional Networks (2015)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9852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Extends convolution across height, width, and time.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Learns appearance and motion directly from short video clips.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Does not require precomputed optical flow.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Marks a shift toward end-to-end spatiotemporal learning.</a:t>
            </a:r>
          </a:p>
        </p:txBody>
      </p:sp>
      <p:pic>
        <p:nvPicPr>
          <p:cNvPr id="4" name="Picture 3" descr="3D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54680"/>
            <a:ext cx="10826496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C3D Architecture</a:t>
            </a:r>
          </a:p>
        </p:txBody>
      </p:sp>
      <p:pic>
        <p:nvPicPr>
          <p:cNvPr id="3" name="Picture 2" descr="3DCONVAR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2903220"/>
            <a:ext cx="10942320" cy="2811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143000"/>
            <a:ext cx="1097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8 convolutional layers.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5 max-pooling layers.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3 x 3 x 3 convolution kernels.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Features can transfer to multiple video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Conceptual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120640" cy="3566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55080" y="1280160"/>
            <a:ext cx="5120640" cy="35661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D4ED8"/>
                </a:solidFill>
                <a:latin typeface="Aptos Display"/>
              </a:defRPr>
            </a:pPr>
            <a:r>
              <a:t>Two-Stream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RGB + optical flow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Motion is computed first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Late fusion of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47857"/>
                </a:solidFill>
                <a:latin typeface="Aptos Display"/>
              </a:defRPr>
            </a:pPr>
            <a:r>
              <a:t>C3D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4028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3D convolutions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Motion is learned directly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More end-to-end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SlowFast Networks (2019)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4078224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b="1" dirty="0"/>
              <a:t>Starts from a key observation: </a:t>
            </a:r>
            <a:r>
              <a:rPr dirty="0"/>
              <a:t>time is not isotropic like space.</a:t>
            </a:r>
          </a:p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b="1" dirty="0"/>
              <a:t>Slow pathway: </a:t>
            </a:r>
            <a:r>
              <a:rPr dirty="0"/>
              <a:t>low frame rate for semantics and appearance.</a:t>
            </a:r>
          </a:p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b="1" dirty="0"/>
              <a:t>Fast pathway: </a:t>
            </a:r>
            <a:r>
              <a:rPr dirty="0"/>
              <a:t>high frame rate for fine motion.</a:t>
            </a:r>
          </a:p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rPr dirty="0"/>
              <a:t>Combines both pathways for efficient and accurate action recognition.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61AEA1-C753-3C45-DBA3-699A318FD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996934"/>
            <a:ext cx="6550152" cy="44395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Evolution of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0" y="201168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0" y="201168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35915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D4ED8"/>
                </a:solidFill>
                <a:latin typeface="Aptos Display"/>
              </a:defRPr>
            </a:pPr>
            <a:r>
              <a:t>Two-Stream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808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47857"/>
                </a:solidFill>
                <a:latin typeface="Aptos Display"/>
              </a:defRPr>
            </a:pPr>
            <a:r>
              <a:t>C3D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62288" y="235915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5309"/>
                </a:solidFill>
                <a:latin typeface="Aptos Display"/>
              </a:defRPr>
            </a:pPr>
            <a:r>
              <a:t>SlowFast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5563"/>
                </a:solidFill>
                <a:latin typeface="Aptos Display"/>
              </a:defRPr>
            </a:pPr>
            <a: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5563"/>
                </a:solidFill>
                <a:latin typeface="Aptos Display"/>
              </a:defRPr>
            </a:pPr>
            <a:r>
              <a:t>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From explicit motion computed with optical flow.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joint spatiotemporal learning with 3D convolutions.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architectures that process appearance and motion at different temporal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Security-Oriented Datasets Reviewed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5156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b="1" dirty="0"/>
              <a:t>UCF-Crime</a:t>
            </a:r>
            <a:r>
              <a:rPr dirty="0"/>
              <a:t>: primary candidate because it contains real CCTV footage and classes such as robbery and assault.</a:t>
            </a:r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b="1" dirty="0"/>
              <a:t>XD-Violence</a:t>
            </a:r>
            <a:r>
              <a:rPr dirty="0"/>
              <a:t>: strong complementary dataset for violent events, but with movie and YouTube domain bias.</a:t>
            </a:r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b="1" dirty="0" err="1"/>
              <a:t>ShanghaiTech</a:t>
            </a:r>
            <a:r>
              <a:rPr dirty="0"/>
              <a:t>: useful academic benchmark for evaluation.</a:t>
            </a:r>
          </a:p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b="1" dirty="0"/>
              <a:t>Avenue and UCSD Ped2</a:t>
            </a:r>
            <a:r>
              <a:rPr dirty="0"/>
              <a:t>: useful for quick experiments or pipeline debugging.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Initial Dataset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80560" y="123444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83879" y="123444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47857"/>
                </a:solidFill>
                <a:latin typeface="Aptos Display"/>
              </a:defRPr>
            </a:pPr>
            <a:r>
              <a:t>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t>UCF-Crime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45309"/>
                </a:solidFill>
                <a:latin typeface="Aptos Display"/>
              </a:defRPr>
            </a:pPr>
            <a:r>
              <a:t>Complementary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128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1827"/>
                </a:solidFill>
                <a:latin typeface="Aptos Display"/>
              </a:defRPr>
            </a:pPr>
            <a:r>
              <a:t>XD-Violence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75985"/>
                </a:solidFill>
                <a:latin typeface="Aptos Display"/>
              </a:defRPr>
            </a:pPr>
            <a:r>
              <a:t>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2128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827"/>
                </a:solidFill>
                <a:latin typeface="Aptos Display"/>
              </a:defRPr>
            </a:pPr>
            <a:r>
              <a:t>ShanghaiTech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research contribution will likely come from temporal modeling, architecture, and generalization rather than from the dataset alone.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conceptual foundation for why video requires temporal modeling.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historical map of influential action-recognition models.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comparison between optical flow, 3D CNNs, and SlowFast pathways.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An initial dataset map for surveillance and anomaly-detection research.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clearer direction toward security-oriented action and anomaly detection.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Review recent methods for </a:t>
            </a:r>
            <a:r>
              <a:rPr lang="en-US" dirty="0"/>
              <a:t>action</a:t>
            </a:r>
            <a:r>
              <a:rPr lang="es-MX" dirty="0"/>
              <a:t> </a:t>
            </a:r>
            <a:r>
              <a:rPr lang="en-US" dirty="0"/>
              <a:t>recognition</a:t>
            </a:r>
            <a:r>
              <a:rPr lang="es-MX" dirty="0"/>
              <a:t> and </a:t>
            </a:r>
            <a:r>
              <a:rPr dirty="0"/>
              <a:t>video anomaly detection.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Build a comparison table of recent models, metrics, strengths, and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607</Words>
  <Application>Microsoft Office PowerPoint</Application>
  <PresentationFormat>Panorámica</PresentationFormat>
  <Paragraphs>90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Maximo Pacheco</cp:lastModifiedBy>
  <cp:revision>15</cp:revision>
  <dcterms:created xsi:type="dcterms:W3CDTF">2013-01-27T09:14:16Z</dcterms:created>
  <dcterms:modified xsi:type="dcterms:W3CDTF">2026-05-12T04:42:10Z</dcterms:modified>
  <cp:category/>
</cp:coreProperties>
</file>