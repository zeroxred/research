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86" r:id="rId5"/>
    <p:sldId id="261" r:id="rId6"/>
    <p:sldId id="288" r:id="rId7"/>
    <p:sldId id="290" r:id="rId8"/>
    <p:sldId id="291" r:id="rId9"/>
    <p:sldId id="292" r:id="rId10"/>
    <p:sldId id="28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6B71-9F91-4F0D-A82F-6C6408E62C5B}" type="datetimeFigureOut">
              <a:rPr kumimoji="1" lang="en-US" smtClean="0"/>
              <a:t>10/27/2026</a:t>
            </a:fld>
            <a:endParaRPr kumimoji="1"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s-MX"/>
              <a:t>Haga clic para modificar los estilos de texto del patrón</a:t>
            </a:r>
          </a:p>
          <a:p>
            <a:pPr lvl="1"/>
            <a:r>
              <a:rPr kumimoji="1" lang="es-MX"/>
              <a:t>Segundo nivel</a:t>
            </a:r>
          </a:p>
          <a:p>
            <a:pPr lvl="2"/>
            <a:r>
              <a:rPr kumimoji="1" lang="es-MX"/>
              <a:t>Tercer nivel</a:t>
            </a:r>
          </a:p>
          <a:p>
            <a:pPr lvl="3"/>
            <a:r>
              <a:rPr kumimoji="1" lang="es-MX"/>
              <a:t>Cuarto nivel</a:t>
            </a:r>
          </a:p>
          <a:p>
            <a:pPr lvl="4"/>
            <a:r>
              <a:rPr kumimoji="1" lang="es-MX"/>
              <a:t>Quinto nivel</a:t>
            </a:r>
            <a:endParaRPr kumimoji="1"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423E1-5CF0-47A8-84E4-4468CEB2B5CE}" type="slidenum">
              <a:rPr kumimoji="1" lang="en-US" smtClean="0"/>
              <a:t>‹Nº›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63169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4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64814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50051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STN</a:t>
            </a:r>
            <a:r>
              <a:rPr lang="en-US" noProof="0" dirty="0"/>
              <a:t>Mamba-based video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4607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Reviewed </a:t>
            </a:r>
            <a:r>
              <a:rPr lang="en-US" dirty="0"/>
              <a:t>in detail STNMamba and compare with previous VADMamba (updated results)</a:t>
            </a:r>
            <a:r>
              <a:rPr lang="en-US" noProof="0" dirty="0"/>
              <a:t>.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55C4933-6615-A0E1-0FCE-AF94D374EED4}"/>
              </a:ext>
            </a:extLst>
          </p:cNvPr>
          <p:cNvSpPr txBox="1"/>
          <p:nvPr/>
        </p:nvSpPr>
        <p:spPr>
          <a:xfrm>
            <a:off x="6782224" y="6082077"/>
            <a:ext cx="52940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b="1" noProof="0" dirty="0"/>
              <a:t>PACHECO MARTÍNEZ MÁXIMO ENRIQUE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n-US" noProof="0" dirty="0"/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Review the </a:t>
            </a:r>
            <a:r>
              <a:rPr lang="en-US" noProof="0" dirty="0" err="1"/>
              <a:t>arquitecture</a:t>
            </a:r>
            <a:r>
              <a:rPr lang="en-US" noProof="0" dirty="0"/>
              <a:t> of </a:t>
            </a:r>
            <a:r>
              <a:rPr lang="en-US" dirty="0"/>
              <a:t>STN</a:t>
            </a:r>
            <a:r>
              <a:rPr lang="en-US" noProof="0" dirty="0"/>
              <a:t>Mamba more in depth.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See updated results of VADMamba and compare paper results with STNMamba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Understanding the proposal for STNMamba is important in order to compare in detail the </a:t>
            </a:r>
            <a:r>
              <a:rPr lang="en-US" noProof="0" dirty="0" err="1"/>
              <a:t>differente</a:t>
            </a:r>
            <a:r>
              <a:rPr lang="en-US" noProof="0" dirty="0"/>
              <a:t> </a:t>
            </a:r>
            <a:r>
              <a:rPr lang="en-US" noProof="0" dirty="0" err="1"/>
              <a:t>arquitectures</a:t>
            </a:r>
            <a:endParaRPr lang="en-US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STNMamba tackles in a different way the temporal encoder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/>
          <p:nvPr/>
        </p:nvSpPr>
        <p:spPr>
          <a:xfrm>
            <a:off x="594360" y="384048"/>
            <a:ext cx="43364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Architecture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28499D-20BD-5B76-E5D3-02240A8F3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25488"/>
            <a:ext cx="10968967" cy="488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01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6071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Reproduced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9" y="1207008"/>
            <a:ext cx="1927379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20 epochs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dirty="0" err="1"/>
              <a:t>Pytorch</a:t>
            </a:r>
            <a:endParaRPr lang="en-US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FlowNet2SD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dirty="0" err="1"/>
              <a:t>AdamW</a:t>
            </a:r>
            <a:endParaRPr lang="en-US" dirty="0"/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Lr = 2e-4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7045C8-B3DC-5CE7-A32C-0899AB38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019" y="938046"/>
            <a:ext cx="9030185" cy="57595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6071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Reproduced Results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507F26-53B0-7381-1883-56CA7DEC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1" y="1406458"/>
            <a:ext cx="5759746" cy="41531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D25433-56DF-0570-C573-F7CB4A345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34" y="1406458"/>
            <a:ext cx="5682215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5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B69B1-B865-1BBD-2C1F-988A178E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623CF-56C7-C635-3A9E-CEFADB64C22E}"/>
              </a:ext>
            </a:extLst>
          </p:cNvPr>
          <p:cNvSpPr txBox="1"/>
          <p:nvPr/>
        </p:nvSpPr>
        <p:spPr>
          <a:xfrm>
            <a:off x="594360" y="384048"/>
            <a:ext cx="20890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altLang="ja-JP" dirty="0"/>
              <a:t>STNMamba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B80A565-8BE2-FA4D-C1A8-317A93732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90" r="46438" b="16499"/>
          <a:stretch>
            <a:fillRect/>
          </a:stretch>
        </p:blipFill>
        <p:spPr>
          <a:xfrm>
            <a:off x="594360" y="938046"/>
            <a:ext cx="6591367" cy="267085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CBE49A3-87B7-5551-32E0-683632E4C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55" t="18091" r="-42" b="16798"/>
          <a:stretch>
            <a:fillRect/>
          </a:stretch>
        </p:blipFill>
        <p:spPr>
          <a:xfrm>
            <a:off x="5197783" y="3654839"/>
            <a:ext cx="6418737" cy="300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4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06B9D-9498-6C19-E59E-ED47C857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F851B-9B14-E429-5090-51E245090082}"/>
              </a:ext>
            </a:extLst>
          </p:cNvPr>
          <p:cNvSpPr txBox="1"/>
          <p:nvPr/>
        </p:nvSpPr>
        <p:spPr>
          <a:xfrm>
            <a:off x="594360" y="384048"/>
            <a:ext cx="20890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altLang="ja-JP" dirty="0"/>
              <a:t>STNMamba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9B9E302-0401-1FBF-B55D-8051F779E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633" y="871371"/>
            <a:ext cx="9390733" cy="569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DBBE9-8603-F903-1179-8F59ACCF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FE9CD0-262B-4A1D-4F0E-55D978EFA923}"/>
              </a:ext>
            </a:extLst>
          </p:cNvPr>
          <p:cNvSpPr txBox="1"/>
          <p:nvPr/>
        </p:nvSpPr>
        <p:spPr>
          <a:xfrm>
            <a:off x="594360" y="384048"/>
            <a:ext cx="4541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altLang="ja-JP" dirty="0"/>
              <a:t>STNMamba vs VADMamba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C00CD3-CFB0-753C-5067-0CBC466DD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3" y="1352260"/>
            <a:ext cx="11396673" cy="438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31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218944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Improve the quality of the model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Verify correct representation of Anomaly and Normal labels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Continue to next paper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497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0317" y="1859339"/>
            <a:ext cx="4751365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THANK YOU </a:t>
            </a:r>
          </a:p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FOR YOUR </a:t>
            </a:r>
          </a:p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ATTENTION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87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129</Words>
  <Application>Microsoft Office PowerPoint</Application>
  <PresentationFormat>Panorámica</PresentationFormat>
  <Paragraphs>31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游ゴシック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35</cp:revision>
  <dcterms:created xsi:type="dcterms:W3CDTF">2013-01-27T09:14:16Z</dcterms:created>
  <dcterms:modified xsi:type="dcterms:W3CDTF">2026-10-27T07:58:26Z</dcterms:modified>
  <cp:category/>
</cp:coreProperties>
</file>