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72" r:id="rId13"/>
    <p:sldId id="266" r:id="rId14"/>
    <p:sldId id="267" r:id="rId15"/>
    <p:sldId id="273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11827"/>
                </a:solidFill>
                <a:latin typeface="Aptos Display"/>
              </a:defRPr>
            </a:pPr>
            <a:r>
              <a:t>Weekly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146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B5563"/>
                </a:solidFill>
                <a:latin typeface="Aptos"/>
              </a:defRPr>
            </a:pPr>
            <a:r>
              <a:t>From S4 state space models to Video Mamba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273552"/>
            <a:ext cx="2011680" cy="45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Started the State Space Model block with S4 as the foundation.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Moved from fixed state-space dynamics to selective SSMs in Mamba.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Connected Mamba to vision and video through Vision Mamba and Video Mamba.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Narrative of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07008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Continued from Transformer-based video models into State Space Models.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Reviewed the SSM view: inputs, hidden states, dynamics, and outputs.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Studied how S4 makes long-sequence modeling practical through structured state spaces.</a:t>
            </a:r>
          </a:p>
          <a:p>
            <a:pPr>
              <a:spcAft>
                <a:spcPts val="800"/>
              </a:spcAft>
              <a:defRPr sz="2400">
                <a:solidFill>
                  <a:srgbClr val="4B5563"/>
                </a:solidFill>
                <a:latin typeface="Aptos"/>
              </a:defRPr>
            </a:pPr>
            <a:r>
              <a:t>Then moved to Mamba, where the model selectively updates its state based on the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Why This Step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Transformers are powerful but attention grows expensive with long sequences.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State Space Models offer a different path: recurrent dynamics with efficient sequence processing.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Mamba keeps the long-context advantage while adding input-dependent selection.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This is relevant for video because long clips require temporal memory without excessive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4846320" cy="356616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5361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827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212848"/>
            <a:ext cx="4160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4B5563"/>
                </a:solidFill>
                <a:latin typeface="Aptos"/>
              </a:defRPr>
            </a:pPr>
            <a:r>
              <a:t>The research path is shifting from attention-based temporal modeling to state-based sequence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State Space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An SSM maps an input signal into a hidden state and then projects it to an output.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The hidden state stores information needed to describe the sequence over time.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In discrete form, the model can be interpreted as a recurrent update.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This provides a mathematical foundation for long-range temporal modeling.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438912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0" y="438912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D4ED8"/>
                </a:solidFill>
                <a:latin typeface="Aptos Display"/>
              </a:defRPr>
            </a:pPr>
            <a:r>
              <a:t>Continuous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B5563"/>
                </a:solidFill>
                <a:latin typeface="Aptos"/>
              </a:defRPr>
            </a:pPr>
            <a:r>
              <a:t>x'(t) = Ax(t) + Bu(t)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47857"/>
                </a:solidFill>
                <a:latin typeface="Aptos Display"/>
              </a:defRPr>
            </a:pPr>
            <a:r>
              <a:t>Discrete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B5563"/>
                </a:solidFill>
                <a:latin typeface="Aptos"/>
              </a:defRPr>
            </a:pPr>
            <a:r>
              <a:t>x_k = A_bar x_{k-1} + B_bar u_k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S4: Structured State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70432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t>S4 is designed to make State Space Models practical for very long sequences.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t>The same model can be viewed as recurrent for inference and convolutional for parallel training.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t>This is the important bridge: stateful memory without giving up efficient computation.</a:t>
            </a:r>
          </a:p>
          <a:p>
            <a:pPr>
              <a:spcAft>
                <a:spcPts val="800"/>
              </a:spcAft>
              <a:defRPr sz="2300">
                <a:solidFill>
                  <a:srgbClr val="4B5563"/>
                </a:solidFill>
                <a:latin typeface="Aptos"/>
              </a:defRPr>
            </a:pPr>
            <a:r>
              <a:t>S4 establishes the foundation that Mamba later modifies with selection.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From S4 to Mamba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83879" y="1417320"/>
            <a:ext cx="3246120" cy="31546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D4ED8"/>
                </a:solidFill>
                <a:latin typeface="Aptos Display"/>
              </a:defRPr>
            </a:pPr>
            <a:r>
              <a:t>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Structured long-sequence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47857"/>
                </a:solidFill>
                <a:latin typeface="Aptos Display"/>
              </a:defRPr>
            </a:pPr>
            <a:r>
              <a:t>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Input-dependent state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B45309"/>
                </a:solidFill>
                <a:latin typeface="Aptos Display"/>
              </a:defRPr>
            </a:pPr>
            <a:r>
              <a:t>Mamba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48716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4B5563"/>
                </a:solidFill>
                <a:latin typeface="Aptos"/>
              </a:defRPr>
            </a:pPr>
            <a:r>
              <a:t>Linear-time sequence modeling.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The central change is that Mamba decides what information to keep or update based on the current token.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Mamba: Selective State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332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Mamba introduces selection into State Space Models.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model can make its dynamics depend on the input sequence.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helps it filter relevant information and ignore less useful tokens.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result is a sequence model that competes with attention while scaling linearly.</a:t>
            </a:r>
          </a:p>
        </p:txBody>
      </p:sp>
      <p:pic>
        <p:nvPicPr>
          <p:cNvPr id="4" name="Picture 3" descr="SELECTIONMA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49185"/>
            <a:ext cx="10492881" cy="32353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Mamba Block</a:t>
            </a:r>
          </a:p>
        </p:txBody>
      </p:sp>
      <p:pic>
        <p:nvPicPr>
          <p:cNvPr id="3" name="Picture 2" descr="MAMBA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78992"/>
            <a:ext cx="388620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32120" y="118872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The block combines projection, selective SSM computation, gating, and output projection.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Gating controls how much information passes through the block.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The selective scan allows recurrent-style processing to remain efficient.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This block becomes the reusable unit for later vision and video variants.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MBA_SL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79" y="1646635"/>
            <a:ext cx="11257042" cy="35647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843DCF-10E2-08ED-2402-C9CF399B0751}"/>
              </a:ext>
            </a:extLst>
          </p:cNvPr>
          <p:cNvSpPr txBox="1"/>
          <p:nvPr/>
        </p:nvSpPr>
        <p:spPr>
          <a:xfrm>
            <a:off x="594360" y="384048"/>
            <a:ext cx="313181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Mamba </a:t>
            </a:r>
            <a:r>
              <a:rPr lang="es-MX" dirty="0" err="1"/>
              <a:t>Perplexity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85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Vision 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097280"/>
            <a:ext cx="1069012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Vision Mamba adapts Mamba from 1-D sequences to image tokens.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goal is to preserve Transformer-like representation power with linear complexity.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Bidirectional scanning helps visual tokens exchange information across the image.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creates the bridge from language sequence modeling to visual representation learning.</a:t>
            </a:r>
          </a:p>
        </p:txBody>
      </p:sp>
      <p:pic>
        <p:nvPicPr>
          <p:cNvPr id="4" name="Picture 3" descr="VISIONMA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95" y="2728496"/>
            <a:ext cx="9716729" cy="38057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82450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s-MX" dirty="0"/>
              <a:t>Visual Mamba </a:t>
            </a:r>
            <a:r>
              <a:rPr lang="es-MX" dirty="0" err="1"/>
              <a:t>Results</a:t>
            </a:r>
            <a:endParaRPr dirty="0"/>
          </a:p>
        </p:txBody>
      </p:sp>
      <p:pic>
        <p:nvPicPr>
          <p:cNvPr id="3" name="Picture 2" descr="VMAMBA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142999"/>
            <a:ext cx="10234825" cy="45203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C4DA10-75D1-3695-6234-7BB48A93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3" y="3241457"/>
            <a:ext cx="11220954" cy="3436187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AF2EABDC-83B7-D4B5-A31C-BFD7DB1183BF}"/>
              </a:ext>
            </a:extLst>
          </p:cNvPr>
          <p:cNvSpPr txBox="1"/>
          <p:nvPr/>
        </p:nvSpPr>
        <p:spPr>
          <a:xfrm>
            <a:off x="594360" y="384048"/>
            <a:ext cx="164500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lang="es-MX" dirty="0" err="1"/>
              <a:t>VMamba</a:t>
            </a:r>
            <a:endParaRPr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487DDB3-087C-E1CE-B6DE-7CE150BBDD0C}"/>
              </a:ext>
            </a:extLst>
          </p:cNvPr>
          <p:cNvSpPr txBox="1"/>
          <p:nvPr/>
        </p:nvSpPr>
        <p:spPr>
          <a:xfrm>
            <a:off x="685799" y="1097280"/>
            <a:ext cx="10690123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 err="1"/>
              <a:t>VMamba</a:t>
            </a:r>
            <a:r>
              <a:rPr lang="en-US" dirty="0"/>
              <a:t> extends Mamba from 1D sequential modeling to 2D image understanding by introducing 2D Selective Scan (SS2D) 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Instead of processing image patches as a single serialized sequence (as in Vision Mamba), </a:t>
            </a:r>
            <a:r>
              <a:rPr lang="en-US" dirty="0" err="1"/>
              <a:t>VMamba</a:t>
            </a:r>
            <a:r>
              <a:rPr lang="en-US" dirty="0"/>
              <a:t> performs four directional scans. </a:t>
            </a:r>
          </a:p>
          <a:p>
            <a:pPr algn="just"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lang="en-US" dirty="0"/>
              <a:t>Each scan is processed independently by a Mamba (S6) block, and the outputs are merged to reconstruct the final 2D feature map.</a:t>
            </a:r>
          </a:p>
        </p:txBody>
      </p:sp>
    </p:spTree>
    <p:extLst>
      <p:ext uri="{BB962C8B-B14F-4D97-AF65-F5344CB8AC3E}">
        <p14:creationId xmlns:p14="http://schemas.microsoft.com/office/powerpoint/2010/main" val="1306143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Video Mamba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332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Video Mamba extends Mamba-style sequence modeling to video understanding.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Video tokens require both spatial and temporal ordering.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model uses scan strategies to process video efficiently.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connects State Space Models directly to the earlier video-recognition roadmap.</a:t>
            </a:r>
          </a:p>
        </p:txBody>
      </p:sp>
      <p:pic>
        <p:nvPicPr>
          <p:cNvPr id="4" name="Picture 3" descr="VIDEOMAM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6" y="2747177"/>
            <a:ext cx="9844548" cy="38557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Video Mamba: Masked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22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Masked modeling trains the model to recover missing visual-temporal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This encourages robust video representations without requiring detailed labels.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The idea is useful for learning from large video data where annotation is expensive.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rPr dirty="0"/>
              <a:t>It also connects naturally to future anomaly-detection work.</a:t>
            </a:r>
          </a:p>
        </p:txBody>
      </p:sp>
      <p:pic>
        <p:nvPicPr>
          <p:cNvPr id="4" name="Picture 3" descr="VIDEOMAMBA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550" y="2736111"/>
            <a:ext cx="8614779" cy="40051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90D68A-8BA9-CF98-7E11-6A63EBEE9591}"/>
              </a:ext>
            </a:extLst>
          </p:cNvPr>
          <p:cNvSpPr txBox="1"/>
          <p:nvPr/>
        </p:nvSpPr>
        <p:spPr>
          <a:xfrm>
            <a:off x="594360" y="384048"/>
            <a:ext cx="384214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rPr dirty="0"/>
              <a:t>Video Mamba: </a:t>
            </a:r>
            <a:r>
              <a:rPr lang="es-MX" dirty="0" err="1"/>
              <a:t>Results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D18240-0E7A-1BED-F023-528FB69FE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2" y="1152677"/>
            <a:ext cx="5297106" cy="44016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D4BA38C-53EA-8A7F-0FFA-A9A00C9A3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310" y="1474923"/>
            <a:ext cx="7204565" cy="40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37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Evolution of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69748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89204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86600" y="1874519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81160" y="1874519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D4ED8"/>
                </a:solidFill>
                <a:latin typeface="Aptos Display"/>
              </a:defRPr>
            </a:pPr>
            <a:r>
              <a:t>S4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47857"/>
                </a:solidFill>
                <a:latin typeface="Aptos Display"/>
              </a:defRPr>
            </a:pPr>
            <a:r>
              <a:t>Mamba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45309"/>
                </a:solidFill>
                <a:latin typeface="Aptos Display"/>
              </a:defRPr>
            </a:pPr>
            <a:r>
              <a:t>Vim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221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75985"/>
                </a:solidFill>
                <a:latin typeface="Aptos Display"/>
              </a:defRPr>
            </a:pPr>
            <a:r>
              <a:t>VMamba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4896" y="222199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E123C"/>
                </a:solidFill>
                <a:latin typeface="Aptos Display"/>
              </a:defRPr>
            </a:pPr>
            <a:r>
              <a:t>Video Mamba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From structured state-space memory.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selective input-dependent sequence modeling.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image token scanning and visual representations.</a:t>
            </a:r>
          </a:p>
          <a:p>
            <a:pPr>
              <a:spcAft>
                <a:spcPts val="800"/>
              </a:spcAft>
              <a:defRPr sz="2100">
                <a:solidFill>
                  <a:srgbClr val="4B5563"/>
                </a:solidFill>
                <a:latin typeface="Aptos"/>
              </a:defRPr>
            </a:pPr>
            <a:r>
              <a:t>To efficient video sequence modeling across space and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What Is Already in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conceptual foundation for State Space Models and S4.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clear transition from fixed SSM dynamics to selective SSMs.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An understanding of the Mamba block and selective scan.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bridge from Mamba to visual models through Vision Mamba and VMamba.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t>A first map of how Video Mamba can support long video understanding.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  <a:latin typeface="Aptos Display"/>
              </a:defRPr>
            </a:pPr>
            <a:r>
              <a:t>Suggested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424160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dirty="0"/>
              <a:t>Decide whether Mamba-based models are useful as backbones for surveillance anomaly detection.</a:t>
            </a:r>
          </a:p>
          <a:p>
            <a:pPr>
              <a:spcAft>
                <a:spcPts val="800"/>
              </a:spcAft>
              <a:defRPr sz="2200">
                <a:solidFill>
                  <a:srgbClr val="4B5563"/>
                </a:solidFill>
                <a:latin typeface="Aptos"/>
              </a:defRPr>
            </a:pPr>
            <a:r>
              <a:rPr lang="es-MX" dirty="0" err="1"/>
              <a:t>Advance</a:t>
            </a:r>
            <a:r>
              <a:rPr lang="es-MX" dirty="0"/>
              <a:t> to </a:t>
            </a:r>
            <a:r>
              <a:rPr lang="es-MX" dirty="0" err="1"/>
              <a:t>Anomaly</a:t>
            </a:r>
            <a:r>
              <a:rPr lang="es-MX" dirty="0"/>
              <a:t>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Mamba </a:t>
            </a:r>
            <a:r>
              <a:rPr lang="es-MX" dirty="0" err="1"/>
              <a:t>backbone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811</Words>
  <Application>Microsoft Office PowerPoint</Application>
  <PresentationFormat>Panorámica</PresentationFormat>
  <Paragraphs>90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Maximo Pacheco</cp:lastModifiedBy>
  <cp:revision>8</cp:revision>
  <dcterms:created xsi:type="dcterms:W3CDTF">2013-01-27T09:14:16Z</dcterms:created>
  <dcterms:modified xsi:type="dcterms:W3CDTF">2026-07-26T11:09:17Z</dcterms:modified>
  <cp:category/>
</cp:coreProperties>
</file>